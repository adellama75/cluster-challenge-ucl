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Eric, about 13 seconds. We’re UCLuster Too: Ada, Bobby, Eric and James. We used tree models to predict which patients’ E. coli infections resist the antibiotic co-amoxiclav, and ran them on UCL’s Condenser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Ada, about 21 seconds. If Bobby captured lscpu, cut to the “Hypervisor vendor” line partway through. Cloud computing means renting computers over the internet, on demand, instead of owning them. Condenser is UCL’s private cloud. It gave us a virtual machine: a computer made in software, running on hardware shared with other users. That’s infrastructure as a service: UCL runs the hardware, we run our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Ada, about 26 seconds. Cloud security is shared. UCL keeps the hardware in its own facilities and walls each team’s machines off from other teams’. Access goes only through UCL’s JupyterHub with an SSH key, our connections are encrypted, and no passwords or keys go in our public repository. And Condenser isn’t certified for sensitive data, so real patient records would need extra safeguards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Bobby (or Eric over Bobby’s screen recording), about 28 seconds. When the data file landed on our machine, any user could read it. On a shared machine, that exposes patient-style records to anyone with an account. Ours is synthetic, but we treated it as real: we moved it into a folder only we can open and ran chmod 600, so only our account can read it. Our script’s outputs are closed to other users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Bobby, about 32 seconds. A model only learns the patients it’s shown, so training data should match the people it will be used on. Ours covers only ages 20 to 79. Each ethnic group is about a fifth of it, yet about 82% of people in England and Wales are White, so most real people belong to our data’s smallest group. A model can score well in testing and still do badly for them, and that’s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James, about 22 seconds. Real patient records are sensitive health data, tightly protected by UK GDPR, and patients may not have agreed to this use. Synthetic data is designed to mimic real data without containing any real people, so we can build and test models, even on a shared cloud machine, with far less privacy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1 of 3 (the whole of Q6 is about 45 seconds). Only about a quarter of patients are resistant, so plain accuracy is misleading: calling everyone safe scores 76% but misses every resistant patient. So we weighted resistant cases more heavily and ranked models on balanced accuracy, which gives both groups equal weight.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2 of 3. Random forests scored slightly higher, but that’s two hundred trees voting, which you can’t read like a single tree. Our depth-3 tree scored best of the single trees, a doctor can read it, and deeper trees overfit.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3 of 3. Older patients are most at risk: resistance is 8% at ages 20 to 40, but 41% over 70. No other factor we tested beat random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Eric, about 36 seconds. Our decision tree performs well, but it divides age into stepped thresholds. Logistic regression is a strong alternative because it models risk rising continuously with age. It also produces odds ratios, which clinicians already use when evaluating patient risk. When we tested logistic regression, its output agreed with our tree. Each decade of age increased the odds of resistance by over 50 percent. Given a sample of one thousand patients and a single clear risk factor, a neural network would add unnecessary complexity.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1 of 2 (the whole of Q8 is about 85 seconds). Show this slide, then PLAN.md on GitHub, the teamwork log and the commit history. To manage the project effectively, we paired up across two main tracks. For cloud setup and modelling, James developed the modelling script while Bobby kept the cloud machine updated. Bobby also tested a fresh install from our README and ran the final submission checks. For analysis and presentation, Ada set up the initial VM environment and README, before exploring the data to choose our evaluation metric. Alongside her, Eric tested each risk factor against random noise, ran the logistic regression, and led the slides and video. Every evening, we held a fifteen-minute catch-up to review our progress. We also stored our project plan, role guides, and work-session notes in a single GitHub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2 of 2. This structure helped us resolve several early technical issues. Initially, the server login details reached only one team member and omitted the username. We found the username in the organisers’ access guide and shared the login details as instructed. Because the cloud machine did not have Git installed, we archived our scripts on GitHub for our records and fetched the files onto the machine using curl. Finally, our baseline model flagged no patients as resistant, which led us to evaluate our models using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Outro, Eric, about 12 seconds. Our final model is a depth-3 class-balanced decision tree, and in our data, older age is the single clear predictor of resistance. Thank you for watching, from UCLuster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n we predict co‑amoxiclav resistancein E. coli infections?" descr="Can we predict co‑amoxiclav resistancein E. coli infection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ud computing lets us run code on remote computers instead" descr="Cloud computing lets us run code on remote computers instead of setting up our ow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needed to control who could access the machine, protect o" descr="We needed to control who could access the machine, protect our connection and keep our keys priv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nyone using the machine could originally read our data file" descr="Anyone using the machine could originally read our data file.We fixed tha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can’t assume a model will work for patients who aren’t re" descr="We can’t assume a model will work for patients who aren’t represented in its training da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ynthetic data lets us test our models without using anyone’" descr="Synthetic data lets us test our models without using anyone’s real medical record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pth 3 worked best for a single tree.Making it deeper didn’" descr="Depth 3 worked best for a single tree.Making it deeper didn’t hel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Here’s how our final decision tree makes its predictions." descr="Here’s how our final decision tree makes its prediction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istance became more common with age.We didn’t find much u" descr="Resistance became more common with age.We didn’t find much useful information in the other variab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ogistic regression performed almost exactly as well as our " descr="Logistic regression performed almost exactly as well as our tree, and helped us understand the age effec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split the work into two pairsand kept each other updated " descr="We split the work into two pairsand kept each other updated every da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ran into three problems along the way.Here’s how we dealt" descr="We ran into three problems along the way.Here’s how we dealt with the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ge was the clearest predictor we found in our synthetic dat" descr="Age was the clearest predictor we found in our synthetic datase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UCLuster Too video slides</dc:title>
  <dc:subject/>
  <dc:creator>UCLuster Too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